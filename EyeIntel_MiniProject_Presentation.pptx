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4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4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3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7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5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5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4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12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31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988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91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82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22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51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8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58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AI-Based Ophthalmology Diagnostic Tool (</a:t>
            </a:r>
            <a:r>
              <a:rPr dirty="0" err="1"/>
              <a:t>EyeIntel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Mini Project (CSE</a:t>
            </a:r>
            <a:r>
              <a:rPr lang="en-US" dirty="0"/>
              <a:t> – AIML and IOT</a:t>
            </a:r>
            <a:r>
              <a:rPr dirty="0"/>
              <a:t>)</a:t>
            </a:r>
          </a:p>
          <a:p>
            <a:r>
              <a:rPr dirty="0" err="1"/>
              <a:t>B.Tech</a:t>
            </a:r>
            <a:r>
              <a:rPr dirty="0"/>
              <a:t> CSE (III Year – V Sem) (2024–25)</a:t>
            </a:r>
          </a:p>
          <a:p>
            <a:endParaRPr dirty="0"/>
          </a:p>
          <a:p>
            <a:r>
              <a:rPr dirty="0"/>
              <a:t>Team: Vision Seekers (T24)</a:t>
            </a:r>
          </a:p>
          <a:p>
            <a:r>
              <a:rPr dirty="0"/>
              <a:t>Team Leader: Durgesh Kumari </a:t>
            </a:r>
            <a:r>
              <a:rPr dirty="0" err="1"/>
              <a:t>Tarkar</a:t>
            </a:r>
            <a:endParaRPr dirty="0"/>
          </a:p>
          <a:p>
            <a:r>
              <a:rPr dirty="0"/>
              <a:t>Member: Deepika Kumari</a:t>
            </a:r>
          </a:p>
          <a:p>
            <a:r>
              <a:rPr dirty="0"/>
              <a:t>Member: Boby Sharma</a:t>
            </a:r>
          </a:p>
          <a:p>
            <a:endParaRPr dirty="0"/>
          </a:p>
          <a:p>
            <a:r>
              <a:rPr dirty="0"/>
              <a:t>Mentor: Mr. Shivanshu Upadhyay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Eye diseases are a major global concern.</a:t>
            </a:r>
          </a:p>
          <a:p>
            <a:r>
              <a:rPr dirty="0"/>
              <a:t>Early diagnosis reduces chances of blindness.</a:t>
            </a:r>
          </a:p>
          <a:p>
            <a:r>
              <a:rPr dirty="0" err="1"/>
              <a:t>EyeIntel</a:t>
            </a:r>
            <a:r>
              <a:rPr dirty="0"/>
              <a:t> uses AI to detect retinal diseases.</a:t>
            </a:r>
          </a:p>
          <a:p>
            <a:r>
              <a:rPr dirty="0"/>
              <a:t>Supports ophthalmologists &amp; improves screening.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2.2B+ visually impaired globally.</a:t>
            </a:r>
          </a:p>
          <a:p>
            <a:r>
              <a:rPr dirty="0"/>
              <a:t>80% blindness is preventable.</a:t>
            </a:r>
          </a:p>
          <a:p>
            <a:r>
              <a:rPr dirty="0"/>
              <a:t>Lack of specialists delays diagnosis.</a:t>
            </a:r>
          </a:p>
          <a:p>
            <a:r>
              <a:rPr dirty="0"/>
              <a:t>Need: Automated, accessible screening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Detect Cataract, Glaucoma &amp; DR</a:t>
            </a:r>
          </a:p>
          <a:p>
            <a:r>
              <a:rPr dirty="0"/>
              <a:t>Provide AI-based diagnostic assistance</a:t>
            </a:r>
          </a:p>
          <a:p>
            <a:r>
              <a:rPr dirty="0"/>
              <a:t>Improve accessibility &amp; affordability</a:t>
            </a:r>
          </a:p>
          <a:p>
            <a:r>
              <a:rPr dirty="0"/>
              <a:t>Provide confidence-based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Input: Fundus images</a:t>
            </a:r>
          </a:p>
          <a:p>
            <a:r>
              <a:rPr dirty="0"/>
              <a:t>Preprocessing: Resize, Normalize</a:t>
            </a:r>
          </a:p>
          <a:p>
            <a:r>
              <a:rPr dirty="0"/>
              <a:t>CNN-based classification</a:t>
            </a:r>
          </a:p>
          <a:p>
            <a:r>
              <a:rPr dirty="0"/>
              <a:t>Output: 4 classes + confidence</a:t>
            </a:r>
          </a:p>
          <a:p>
            <a:r>
              <a:rPr dirty="0"/>
              <a:t>Diseases: Cataract, Glaucoma, DR, Normal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HTML, CSS, JavaScript</a:t>
            </a:r>
          </a:p>
          <a:p>
            <a:r>
              <a:rPr dirty="0"/>
              <a:t>Backend: Flask</a:t>
            </a:r>
          </a:p>
          <a:p>
            <a:r>
              <a:rPr dirty="0"/>
              <a:t>AI: TensorFlow, CNN</a:t>
            </a:r>
          </a:p>
          <a:p>
            <a:r>
              <a:rPr dirty="0"/>
              <a:t>Database: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Real-time prediction</a:t>
            </a:r>
          </a:p>
          <a:p>
            <a:r>
              <a:rPr dirty="0"/>
              <a:t>PDF report generation</a:t>
            </a:r>
          </a:p>
          <a:p>
            <a:r>
              <a:rPr dirty="0"/>
              <a:t>User-friendly UI</a:t>
            </a:r>
          </a:p>
          <a:p>
            <a:r>
              <a:rPr dirty="0"/>
              <a:t>Secure login system</a:t>
            </a:r>
          </a:p>
          <a:p>
            <a:r>
              <a:rPr dirty="0"/>
              <a:t>Helpful for screening in rural areas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2.2B+ people have vision issues</a:t>
            </a:r>
          </a:p>
          <a:p>
            <a:r>
              <a:rPr dirty="0"/>
              <a:t>1B cases preventable</a:t>
            </a:r>
          </a:p>
          <a:p>
            <a:r>
              <a:rPr dirty="0"/>
              <a:t>DR is leading blindness cause in working population</a:t>
            </a:r>
          </a:p>
          <a:p>
            <a:r>
              <a:rPr dirty="0"/>
              <a:t>AI improves accuracy &amp;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Durgesh: AI + Backend</a:t>
            </a:r>
          </a:p>
          <a:p>
            <a:r>
              <a:rPr dirty="0"/>
              <a:t>Deepika: Frontend</a:t>
            </a:r>
            <a:r>
              <a:rPr lang="en-US" dirty="0"/>
              <a:t> + Backend</a:t>
            </a:r>
            <a:endParaRPr dirty="0"/>
          </a:p>
          <a:p>
            <a:r>
              <a:rPr dirty="0"/>
              <a:t>Boby: Deployment (In-progress)</a:t>
            </a:r>
            <a:r>
              <a:rPr lang="en-US" dirty="0"/>
              <a:t> + Backend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244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AI-Based Ophthalmology Diagnostic Tool (EyeIntel)</vt:lpstr>
      <vt:lpstr>Introduction</vt:lpstr>
      <vt:lpstr>Problem Statement</vt:lpstr>
      <vt:lpstr>Objectives</vt:lpstr>
      <vt:lpstr>Model Details</vt:lpstr>
      <vt:lpstr>Tech Stack</vt:lpstr>
      <vt:lpstr>Results &amp; Features</vt:lpstr>
      <vt:lpstr>Global Facts</vt:lpstr>
      <vt:lpstr>Team Contribution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Deepika Kumari</cp:lastModifiedBy>
  <cp:revision>3</cp:revision>
  <dcterms:created xsi:type="dcterms:W3CDTF">2013-01-27T09:14:16Z</dcterms:created>
  <dcterms:modified xsi:type="dcterms:W3CDTF">2025-11-06T02:50:48Z</dcterms:modified>
  <cp:category/>
</cp:coreProperties>
</file>